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4E2D2-124E-7DA5-E5D9-3F044740C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8B636B-B841-1E42-5032-80C58FC57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EC9ED5-E357-FB8C-B7ED-D159CA56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64F-5D98-4C20-8691-81F5F700A1F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35F8D7-CCCD-FCDA-B1B8-94D914BC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884E02-9B16-7534-1A5D-4CE37FDD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BD19C-61FC-47DD-8FE6-8E4DD834B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113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EFAD7F-F90C-39C3-FD1F-B6402D509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43DE3D-4C27-ECE3-2137-2D179942F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5A1F0F-25D8-1D21-A866-43671971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64F-5D98-4C20-8691-81F5F700A1F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46B7C6-4A6B-43C7-ACCA-2E46C58E7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65AF52-04F1-9FED-52C8-B3B6F6E29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BD19C-61FC-47DD-8FE6-8E4DD834B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811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3B2D42-3E58-C61D-07CA-D6D894A6F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01B16F-786D-DEC7-9F30-21558935D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D28B9F-F747-F41F-C3D1-036AA3705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64F-5D98-4C20-8691-81F5F700A1F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306969-C57E-E1E8-AA74-0E592A2D2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9E55A7-2369-F563-7A5B-DCA947151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BD19C-61FC-47DD-8FE6-8E4DD834B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693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83725C-ACFB-10C2-62E5-A534CFDF9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03C8DB-B1DA-3356-24F4-6A99B79E5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1F9233-80D5-72E6-E4B2-6EF8054AB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7925D8-CC4B-9923-2BFF-38545DF78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64F-5D98-4C20-8691-81F5F700A1F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7E7FC0-AFE9-0978-2127-524BDDCC5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92E437-6A67-3F53-A047-0A0D8C68B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BD19C-61FC-47DD-8FE6-8E4DD834B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241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C35228-BF3A-9336-CD04-3A3A4BE9A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AF5F91-0C2B-0D3B-A54E-CC4B3C028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6DAFA5-0C5E-A34A-B5AE-365CD67D1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6C8092-3A92-E05D-FDBE-6FE2DD989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EBB7C8-206E-6068-4093-C18DAC3FD9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8DAA8D3-F844-CFFE-22B7-D872F69F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64F-5D98-4C20-8691-81F5F700A1F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59DD3AE-FFD6-E868-B8C1-1AF45A718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F84BBA3-87BD-A14D-184D-8A3418D75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BD19C-61FC-47DD-8FE6-8E4DD834B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68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4007B-13E2-7A00-AA98-F18024131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8030948-CDB2-0441-570B-BE91D470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64F-5D98-4C20-8691-81F5F700A1F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D00B3F-21E6-0E23-181E-12F619F5A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CA28B6-42D9-BC18-9998-04E70DC40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BD19C-61FC-47DD-8FE6-8E4DD834B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478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B67B3E8-B7F1-2D07-1DE6-53CB2A043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64F-5D98-4C20-8691-81F5F700A1F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F1F541-0300-98D1-468C-C6F9224FF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093AF6-BA2A-A50D-53D7-A64E02956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BD19C-61FC-47DD-8FE6-8E4DD834B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65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5A162-7B1D-3655-2ECC-036BE396F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FACEE7-451A-FCDC-E65D-234251993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D21E9D-C301-CC17-0ABF-B74D6E5F8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815AF6-2364-F0E9-9D42-945ED8BA7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64F-5D98-4C20-8691-81F5F700A1F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0B1214-9289-75D3-A65C-6B3D99353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713634-84E3-A4A3-A7F7-35D6528F3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BD19C-61FC-47DD-8FE6-8E4DD834B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302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DB8B55-8993-9BA9-F39B-2A393CBB0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8BBA52F-98A8-F13D-8A7B-B9B081DE10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459765-B9EF-1388-5823-036DD9359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C8856C-7E44-C0F9-7868-ADE1E634B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64F-5D98-4C20-8691-81F5F700A1F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814FED-06AF-2AF7-04E8-4FDB89E2A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97F39F-2CC8-7A32-2B05-D5D73C676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BD19C-61FC-47DD-8FE6-8E4DD834B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584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3F7121-F751-2A24-5916-0BCE99EBE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B3C318-7D98-C530-E057-69EC390EB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AB911C-14C2-CC83-8346-5BFB902D7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64F-5D98-4C20-8691-81F5F700A1F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87F4F1-C3AE-FBBA-4919-6B270250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7D36F2-458F-9D0A-8392-F06888943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BD19C-61FC-47DD-8FE6-8E4DD834B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52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B8F316E-F8FA-EBD2-BBD7-0D4214FC56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254501-35F9-8971-E8E9-874777265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82E749-F3D0-4D39-89A2-F1E1E78FC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64F-5D98-4C20-8691-81F5F700A1F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180281-9E8E-35FE-FC26-544A217CD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77B39D-173A-627A-D611-4A3B5F6C4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BD19C-61FC-47DD-8FE6-8E4DD834B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933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476E49A-CA50-7BDF-9F91-1A2C2C5FE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F9F2C8-8ECF-12D1-CEBD-4FFE45E19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A905B3-880F-0BA7-8B8C-7F9634899D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A5464F-5D98-4C20-8691-81F5F700A1F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4A22B4-B6C8-B0A5-C69B-E3E1ECCBA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44F481-4B59-4C18-AF5F-517287F63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4BD19C-61FC-47DD-8FE6-8E4DD834B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052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3D2C6-6422-3537-0444-839A8A594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79613"/>
            <a:ext cx="9144000" cy="2387600"/>
          </a:xfrm>
        </p:spPr>
        <p:txBody>
          <a:bodyPr/>
          <a:lstStyle/>
          <a:p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데이터 베이스 </a:t>
            </a:r>
            <a:b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과제</a:t>
            </a:r>
          </a:p>
        </p:txBody>
      </p:sp>
    </p:spTree>
    <p:extLst>
      <p:ext uri="{BB962C8B-B14F-4D97-AF65-F5344CB8AC3E}">
        <p14:creationId xmlns:p14="http://schemas.microsoft.com/office/powerpoint/2010/main" val="1648937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5BCA33-6C2F-D74F-4C31-DBBB75AC7197}"/>
              </a:ext>
            </a:extLst>
          </p:cNvPr>
          <p:cNvSpPr txBox="1"/>
          <p:nvPr/>
        </p:nvSpPr>
        <p:spPr>
          <a:xfrm>
            <a:off x="8424101" y="3059668"/>
            <a:ext cx="1672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페이퍼로지 4 Regular" pitchFamily="2" charset="-127"/>
                <a:ea typeface="페이퍼로지 4 Regular" pitchFamily="2" charset="-127"/>
              </a:rPr>
              <a:t>비기능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 요구사항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7F288E-23B0-88A5-B938-306C05B6A543}"/>
              </a:ext>
            </a:extLst>
          </p:cNvPr>
          <p:cNvSpPr txBox="1"/>
          <p:nvPr/>
        </p:nvSpPr>
        <p:spPr>
          <a:xfrm>
            <a:off x="2771775" y="142505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온라인 강의의 구매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수강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진도 관리와 리뷰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질문 기능을 </a:t>
            </a:r>
            <a:endParaRPr lang="en-US" altLang="ko-KR" dirty="0">
              <a:latin typeface="페이퍼로지 4 Regular" pitchFamily="2" charset="-127"/>
              <a:ea typeface="페이퍼로지 4 Regular" pitchFamily="2" charset="-127"/>
            </a:endParaRPr>
          </a:p>
          <a:p>
            <a:pPr algn="ctr"/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제공하여 회원이 강의를 효율적으로 이용할 수 있도록 하는 </a:t>
            </a:r>
            <a:endParaRPr lang="en-US" altLang="ko-KR" dirty="0">
              <a:latin typeface="페이퍼로지 4 Regular" pitchFamily="2" charset="-127"/>
              <a:ea typeface="페이퍼로지 4 Regular" pitchFamily="2" charset="-127"/>
            </a:endParaRPr>
          </a:p>
          <a:p>
            <a:pPr algn="ctr"/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시스템을 개발한다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5FAAAC-D665-D56E-E772-620A3CF327FC}"/>
              </a:ext>
            </a:extLst>
          </p:cNvPr>
          <p:cNvSpPr txBox="1"/>
          <p:nvPr/>
        </p:nvSpPr>
        <p:spPr>
          <a:xfrm>
            <a:off x="2095501" y="3059668"/>
            <a:ext cx="1672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기능 요구사항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DC5BD4-865F-39AD-F373-6B95F0449E9D}"/>
              </a:ext>
            </a:extLst>
          </p:cNvPr>
          <p:cNvSpPr txBox="1"/>
          <p:nvPr/>
        </p:nvSpPr>
        <p:spPr>
          <a:xfrm>
            <a:off x="171450" y="367861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회원은 아이디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비밀번호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이름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나이를 입력하여 가입한다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회원은 아이디로 식별된다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강의는 강의번호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dirty="0" err="1">
                <a:latin typeface="페이퍼로지 4 Regular" pitchFamily="2" charset="-127"/>
                <a:ea typeface="페이퍼로지 4 Regular" pitchFamily="2" charset="-127"/>
              </a:rPr>
              <a:t>강사명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dirty="0" err="1">
                <a:latin typeface="페이퍼로지 4 Regular" pitchFamily="2" charset="-127"/>
                <a:ea typeface="페이퍼로지 4 Regular" pitchFamily="2" charset="-127"/>
              </a:rPr>
              <a:t>강의명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단가 정보를 가진다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회원은 강의를 구매하고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강의 목록을 조회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검색할 수 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회원은 자신의 구매 내역과 수강 진도율을 확인할 수 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회원은 리뷰와 질문을 작성할 수 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8CCF5C-23B4-9AF4-617B-1D6A8867AD8E}"/>
              </a:ext>
            </a:extLst>
          </p:cNvPr>
          <p:cNvSpPr txBox="1"/>
          <p:nvPr/>
        </p:nvSpPr>
        <p:spPr>
          <a:xfrm>
            <a:off x="6848475" y="389048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아이디와 강의번호는 유일해야 한다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회원 정보와 비밀번호는 안전하게 보호되어야 한다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강의 조회와 구매 내역 조회는 빠르게 처리되어야 한다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521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8B9403-9589-A881-D495-C4FFC4E3FDA5}"/>
              </a:ext>
            </a:extLst>
          </p:cNvPr>
          <p:cNvSpPr txBox="1"/>
          <p:nvPr/>
        </p:nvSpPr>
        <p:spPr>
          <a:xfrm>
            <a:off x="632652" y="845090"/>
            <a:ext cx="10926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요구 사항 분석 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–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온라인 강의를 수강 할 수 있는 사이트의 데이터베이스 개발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9E2656-53FC-1286-0947-E8A9B633C9BA}"/>
              </a:ext>
            </a:extLst>
          </p:cNvPr>
          <p:cNvSpPr txBox="1"/>
          <p:nvPr/>
        </p:nvSpPr>
        <p:spPr>
          <a:xfrm>
            <a:off x="1428750" y="1630880"/>
            <a:ext cx="9334500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 1.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사이트에 가입하려면 아이디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비밀번호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이름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나이를 입력해야 한다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 2.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회원은 아이디로 식별한다</a:t>
            </a:r>
            <a:endParaRPr lang="en-US" altLang="ko-KR" dirty="0"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 3.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강의는 강의 번호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강사 명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강의 명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단가 정보를 유지해야 한다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 4.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강의는 강의번호로 식별한다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 5.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회원은 여러 강의를 구매 할 수 있고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한 강의를 여러 회원이 구매 할 수 있다</a:t>
            </a:r>
            <a:endParaRPr lang="en-US" altLang="ko-KR" dirty="0"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 6.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회원은 강의 목록을 조회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검색 할 수 있다</a:t>
            </a:r>
            <a:endParaRPr lang="en-US" altLang="ko-KR" dirty="0"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7.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회원은 자신의 구매 내역을 조회 할 수 있다</a:t>
            </a:r>
            <a:endParaRPr lang="en-US" altLang="ko-KR" dirty="0"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 8.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회원이 수강한 강의의 진도율이 저장된다</a:t>
            </a:r>
            <a:endParaRPr lang="en-US" altLang="ko-KR" dirty="0"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9.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회원은 리뷰와 질문을 작성 할 수 있다</a:t>
            </a:r>
            <a:endParaRPr lang="en-US" altLang="ko-KR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0740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224</Words>
  <Application>Microsoft Office PowerPoint</Application>
  <PresentationFormat>와이드스크린</PresentationFormat>
  <Paragraphs>25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페이퍼로지 4 Regular</vt:lpstr>
      <vt:lpstr>Arial</vt:lpstr>
      <vt:lpstr>Office 테마</vt:lpstr>
      <vt:lpstr>데이터 베이스  과제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한모세</dc:creator>
  <cp:lastModifiedBy>한모세</cp:lastModifiedBy>
  <cp:revision>2</cp:revision>
  <dcterms:created xsi:type="dcterms:W3CDTF">2025-11-03T06:02:58Z</dcterms:created>
  <dcterms:modified xsi:type="dcterms:W3CDTF">2025-11-10T10:27:12Z</dcterms:modified>
</cp:coreProperties>
</file>