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0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A98FEB-C9B6-ACDB-EE8A-2E6A45676D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540E39E-19BC-FC3A-BBC1-3000A0DC8F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8110A6-C8D6-3EA4-D725-7F040EAF0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9E50-3E17-4C5B-BE39-4472112AA99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F54E0D-235B-A96E-4B69-73151A9F4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F217C3-F01F-4C31-5540-0CB70760C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E424F-CB54-4977-9686-4B58233638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389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E9E333-7A47-CE48-4EBB-D3DD88878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5DD6B9C-D826-9760-7256-FCF94BF69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AF8309-B16F-30DD-8126-97F5436C6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9E50-3E17-4C5B-BE39-4472112AA99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7AC1BE-0212-D7BD-0AD0-8CE9E067C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5790C3-E2DE-58F5-F2B1-FF5A57216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E424F-CB54-4977-9686-4B58233638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6768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DB6018-FE01-A814-83D2-1323ABFA2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9E1AD5-62A8-786A-B207-71F7C162FD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3669BF-BB62-1AF9-FB9A-809285618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9E50-3E17-4C5B-BE39-4472112AA99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26C08E-AED8-AA18-411C-78A2EA43CA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1F52813-4B2A-BDCA-3FD2-83F94B5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E424F-CB54-4977-9686-4B58233638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8677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7C518E-E9D6-7AD8-9F9B-957B09AE3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96A045-09DC-C8AB-F837-3638A7EF7F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08B4066-8C62-C183-6D8D-75680D21F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CD56940-3848-5B90-4E5D-69F8F362E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9E50-3E17-4C5B-BE39-4472112AA99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A6BE334-6501-A24E-0671-80D27BF46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8F1EA66-B860-9D2B-AA49-00D2AD3E3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E424F-CB54-4977-9686-4B58233638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714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1D22CC-79D3-A8CC-AA31-2EA644C4C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BAE6AD-579D-5240-3782-4EB4C4E7E5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04CBA0B-B83E-977C-0E57-2EDB439825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123542C-F621-DA87-9FEE-96CC4EC4B5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86B337-EFD5-65C8-D9E3-86C0F274B9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B87B6B-2B30-8AFF-0B95-DAD491D29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9E50-3E17-4C5B-BE39-4472112AA99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E91C36-074B-F1BB-FAD6-383BD28C4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9A39E86-DAB1-052D-3337-C2F0E40A9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E424F-CB54-4977-9686-4B58233638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03017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ECE4E6-45CC-CDD1-6050-DB3BE7600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006DA69-D2B3-A12A-5647-06F76FCC5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9E50-3E17-4C5B-BE39-4472112AA99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2F67464-1F08-EEBD-D59E-F97F42FBD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F62AAFA-AB2C-3410-F486-62E89762F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E424F-CB54-4977-9686-4B58233638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14654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5A7454D-71BB-125B-0C8B-09E0AA72A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9E50-3E17-4C5B-BE39-4472112AA99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D175552-F93B-DEAC-753F-C27372C15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F7DD7-A107-D1E1-DFE1-EADB01910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E424F-CB54-4977-9686-4B58233638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997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E3B67A-A1FC-4550-8342-7F81D34DC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6C0D3-4BF8-E6CE-D811-899DC106C1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D86994-670C-4F94-7293-A951FA72C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C5160F-1B56-1FAE-EB17-0FB5D613B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9E50-3E17-4C5B-BE39-4472112AA99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CD9BE7-AAF9-E341-8844-E676DD793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5B9E2E3-8E5E-3755-DE1B-FA8A5CA42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E424F-CB54-4977-9686-4B58233638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0659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BD75DB-D278-6ABC-7159-0BF227B7F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5A99B08-1563-2DDF-1BE4-AE2AB7991B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607CAF-F68F-68CF-6FE9-E4BCDE5520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C37D40-07AD-21A6-F22E-3B4C2BB83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9E50-3E17-4C5B-BE39-4472112AA99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69A038-F3E0-ABBE-1EAB-821B1F6CF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8F58ACA-B28F-6BB1-0CDB-900936CF1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E424F-CB54-4977-9686-4B58233638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1012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A6465F-1EC0-0322-2B69-DE586630C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94459F9-931F-D2ED-CB6C-9F12B6270E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E1D6F7-235D-6145-C29D-1A81A3F4C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9E50-3E17-4C5B-BE39-4472112AA99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C3BBA0C-CB3C-A6A9-240D-2734405E6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A5507F-8988-B00B-ABE3-9FF44F28C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E424F-CB54-4977-9686-4B58233638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2904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6D93D58-CF76-1137-E189-0EA665225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595F495-7C01-6835-CED5-BD31BB9165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62873A-5876-2C6F-D2AF-4AAA76334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9E50-3E17-4C5B-BE39-4472112AA99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ADF133-A3FC-099C-7614-84FB44833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D3EBE7-0322-DFE2-8975-53094509C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E424F-CB54-4977-9686-4B58233638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0375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65CD557-4F7B-84F0-98AD-89618CEAF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8DC9F8B-21FE-206A-B4C6-4A29CDA656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1295D5-4622-E719-714C-0C1EDD9F30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AA9E50-3E17-4C5B-BE39-4472112AA99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55E2D45-78CB-D4A0-E60A-E00FB00DFC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CE91D-43B2-F967-0D90-B3C792926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BE424F-CB54-4977-9686-4B58233638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5322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8C318ED8-589B-E5DF-6F3B-6951D64996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6645448"/>
              </p:ext>
            </p:extLst>
          </p:nvPr>
        </p:nvGraphicFramePr>
        <p:xfrm>
          <a:off x="661986" y="1343025"/>
          <a:ext cx="10868025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2575">
                  <a:extLst>
                    <a:ext uri="{9D8B030D-6E8A-4147-A177-3AD203B41FA5}">
                      <a16:colId xmlns:a16="http://schemas.microsoft.com/office/drawing/2014/main" val="1009695167"/>
                    </a:ext>
                  </a:extLst>
                </a:gridCol>
                <a:gridCol w="1552575">
                  <a:extLst>
                    <a:ext uri="{9D8B030D-6E8A-4147-A177-3AD203B41FA5}">
                      <a16:colId xmlns:a16="http://schemas.microsoft.com/office/drawing/2014/main" val="3607070171"/>
                    </a:ext>
                  </a:extLst>
                </a:gridCol>
                <a:gridCol w="1552575">
                  <a:extLst>
                    <a:ext uri="{9D8B030D-6E8A-4147-A177-3AD203B41FA5}">
                      <a16:colId xmlns:a16="http://schemas.microsoft.com/office/drawing/2014/main" val="2265827054"/>
                    </a:ext>
                  </a:extLst>
                </a:gridCol>
                <a:gridCol w="1552575">
                  <a:extLst>
                    <a:ext uri="{9D8B030D-6E8A-4147-A177-3AD203B41FA5}">
                      <a16:colId xmlns:a16="http://schemas.microsoft.com/office/drawing/2014/main" val="2869415640"/>
                    </a:ext>
                  </a:extLst>
                </a:gridCol>
                <a:gridCol w="1552575">
                  <a:extLst>
                    <a:ext uri="{9D8B030D-6E8A-4147-A177-3AD203B41FA5}">
                      <a16:colId xmlns:a16="http://schemas.microsoft.com/office/drawing/2014/main" val="1631307534"/>
                    </a:ext>
                  </a:extLst>
                </a:gridCol>
                <a:gridCol w="1552575">
                  <a:extLst>
                    <a:ext uri="{9D8B030D-6E8A-4147-A177-3AD203B41FA5}">
                      <a16:colId xmlns:a16="http://schemas.microsoft.com/office/drawing/2014/main" val="2383297840"/>
                    </a:ext>
                  </a:extLst>
                </a:gridCol>
                <a:gridCol w="1552575">
                  <a:extLst>
                    <a:ext uri="{9D8B030D-6E8A-4147-A177-3AD203B41FA5}">
                      <a16:colId xmlns:a16="http://schemas.microsoft.com/office/drawing/2014/main" val="1169626296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테이블이름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회원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28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속성이름</a:t>
                      </a:r>
                      <a:endParaRPr lang="en-US" altLang="ko-KR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데이터타입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널허용여부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기본값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페이퍼로지 4 Regular" pitchFamily="2" charset="-127"/>
                          <a:ea typeface="페이퍼로지 4 Regular" pitchFamily="2" charset="-127"/>
                        </a:rPr>
                        <a:t>기본키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페이퍼로지 4 Regular" pitchFamily="2" charset="-127"/>
                          <a:ea typeface="페이퍼로지 4 Regular" pitchFamily="2" charset="-127"/>
                        </a:rPr>
                        <a:t>외래키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제약조건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75728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페이퍼로지 4 Regular" pitchFamily="2" charset="-127"/>
                          <a:ea typeface="페이퍼로지 4 Regular" pitchFamily="2" charset="-127"/>
                        </a:rPr>
                        <a:t>회원아이디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Varchar(20)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N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8648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비밀번호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Varchar(20)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N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425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Varchar(20)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N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4856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나이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Y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이상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72375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직업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Varchar(20)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Y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29760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Varchar(20)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N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Silver, Gold, 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Vip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만 허용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1621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적립금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N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144976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2447111-0690-0339-9EEE-7DEE4857F3F1}"/>
              </a:ext>
            </a:extLst>
          </p:cNvPr>
          <p:cNvSpPr txBox="1"/>
          <p:nvPr/>
        </p:nvSpPr>
        <p:spPr>
          <a:xfrm>
            <a:off x="5367274" y="973693"/>
            <a:ext cx="1457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페이퍼로지 4 Regular" pitchFamily="2" charset="-127"/>
                <a:ea typeface="페이퍼로지 4 Regular" pitchFamily="2" charset="-127"/>
              </a:rPr>
              <a:t>테이블 명세서</a:t>
            </a:r>
          </a:p>
        </p:txBody>
      </p:sp>
    </p:spTree>
    <p:extLst>
      <p:ext uri="{BB962C8B-B14F-4D97-AF65-F5344CB8AC3E}">
        <p14:creationId xmlns:p14="http://schemas.microsoft.com/office/powerpoint/2010/main" val="2944510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8026F-F0C5-BF56-70D5-A3DA54395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E0B1B66-36DC-E324-CF8A-B23D75A18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4234516"/>
              </p:ext>
            </p:extLst>
          </p:nvPr>
        </p:nvGraphicFramePr>
        <p:xfrm>
          <a:off x="661986" y="1343025"/>
          <a:ext cx="10868025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2575">
                  <a:extLst>
                    <a:ext uri="{9D8B030D-6E8A-4147-A177-3AD203B41FA5}">
                      <a16:colId xmlns:a16="http://schemas.microsoft.com/office/drawing/2014/main" val="1009695167"/>
                    </a:ext>
                  </a:extLst>
                </a:gridCol>
                <a:gridCol w="1552575">
                  <a:extLst>
                    <a:ext uri="{9D8B030D-6E8A-4147-A177-3AD203B41FA5}">
                      <a16:colId xmlns:a16="http://schemas.microsoft.com/office/drawing/2014/main" val="3607070171"/>
                    </a:ext>
                  </a:extLst>
                </a:gridCol>
                <a:gridCol w="1552575">
                  <a:extLst>
                    <a:ext uri="{9D8B030D-6E8A-4147-A177-3AD203B41FA5}">
                      <a16:colId xmlns:a16="http://schemas.microsoft.com/office/drawing/2014/main" val="2265827054"/>
                    </a:ext>
                  </a:extLst>
                </a:gridCol>
                <a:gridCol w="1552575">
                  <a:extLst>
                    <a:ext uri="{9D8B030D-6E8A-4147-A177-3AD203B41FA5}">
                      <a16:colId xmlns:a16="http://schemas.microsoft.com/office/drawing/2014/main" val="2869415640"/>
                    </a:ext>
                  </a:extLst>
                </a:gridCol>
                <a:gridCol w="1552575">
                  <a:extLst>
                    <a:ext uri="{9D8B030D-6E8A-4147-A177-3AD203B41FA5}">
                      <a16:colId xmlns:a16="http://schemas.microsoft.com/office/drawing/2014/main" val="1631307534"/>
                    </a:ext>
                  </a:extLst>
                </a:gridCol>
                <a:gridCol w="1552575">
                  <a:extLst>
                    <a:ext uri="{9D8B030D-6E8A-4147-A177-3AD203B41FA5}">
                      <a16:colId xmlns:a16="http://schemas.microsoft.com/office/drawing/2014/main" val="2383297840"/>
                    </a:ext>
                  </a:extLst>
                </a:gridCol>
                <a:gridCol w="1552575">
                  <a:extLst>
                    <a:ext uri="{9D8B030D-6E8A-4147-A177-3AD203B41FA5}">
                      <a16:colId xmlns:a16="http://schemas.microsoft.com/office/drawing/2014/main" val="1169626296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테이블이름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회원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28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속성이름</a:t>
                      </a:r>
                      <a:endParaRPr lang="en-US" altLang="ko-KR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데이터타입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널허용여부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기본값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페이퍼로지 4 Regular" pitchFamily="2" charset="-127"/>
                          <a:ea typeface="페이퍼로지 4 Regular" pitchFamily="2" charset="-127"/>
                        </a:rPr>
                        <a:t>기본키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페이퍼로지 4 Regular" pitchFamily="2" charset="-127"/>
                          <a:ea typeface="페이퍼로지 4 Regular" pitchFamily="2" charset="-127"/>
                        </a:rPr>
                        <a:t>외래키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제약조건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75728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상품번호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Varchar(20)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N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8648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상품명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Varchar(50)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N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425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재고량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N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4856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단가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Y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이상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72375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제조업체명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Varchar(30)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N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29760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공급일자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Data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N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Silver, Gold, 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Vip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만 허용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1621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공급량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N</a:t>
                      </a:r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144976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20FAB29-2731-3C6F-F5EB-99503C905D21}"/>
              </a:ext>
            </a:extLst>
          </p:cNvPr>
          <p:cNvSpPr txBox="1"/>
          <p:nvPr/>
        </p:nvSpPr>
        <p:spPr>
          <a:xfrm>
            <a:off x="5367274" y="973693"/>
            <a:ext cx="1457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페이퍼로지 4 Regular" pitchFamily="2" charset="-127"/>
                <a:ea typeface="페이퍼로지 4 Regular" pitchFamily="2" charset="-127"/>
              </a:rPr>
              <a:t>테이블 명세서</a:t>
            </a:r>
          </a:p>
        </p:txBody>
      </p:sp>
    </p:spTree>
    <p:extLst>
      <p:ext uri="{BB962C8B-B14F-4D97-AF65-F5344CB8AC3E}">
        <p14:creationId xmlns:p14="http://schemas.microsoft.com/office/powerpoint/2010/main" val="2200212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106</Words>
  <Application>Microsoft Office PowerPoint</Application>
  <PresentationFormat>와이드스크린</PresentationFormat>
  <Paragraphs>68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맑은 고딕</vt:lpstr>
      <vt:lpstr>페이퍼로지 4 Regular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한모세</dc:creator>
  <cp:lastModifiedBy>한모세</cp:lastModifiedBy>
  <cp:revision>2</cp:revision>
  <dcterms:created xsi:type="dcterms:W3CDTF">2025-11-10T07:22:56Z</dcterms:created>
  <dcterms:modified xsi:type="dcterms:W3CDTF">2025-11-10T07:36:24Z</dcterms:modified>
</cp:coreProperties>
</file>