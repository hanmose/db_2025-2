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8FEB-C9B6-ACDB-EE8A-2E6A45676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0E39E-19BC-FC3A-BBC1-3000A0DC8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110A6-C8D6-3EA4-D725-7F040EAF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F54E0D-235B-A96E-4B69-73151A9F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217C3-F01F-4C31-5540-0CB70760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38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9E333-7A47-CE48-4EBB-D3DD8887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D6B9C-D826-9760-7256-FCF94BF6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F8309-B16F-30DD-8126-97F5436C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AC1BE-0212-D7BD-0AD0-8CE9E067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790C3-E2DE-58F5-F2B1-FF5A5721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76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B6018-FE01-A814-83D2-1323ABFA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9E1AD5-62A8-786A-B207-71F7C162F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3669BF-BB62-1AF9-FB9A-80928561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26C08E-AED8-AA18-411C-78A2EA43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F52813-4B2A-BDCA-3FD2-83F94B5A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C518E-E9D6-7AD8-9F9B-957B09AE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96A045-09DC-C8AB-F837-3638A7EF7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8B4066-8C62-C183-6D8D-75680D21F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D56940-3848-5B90-4E5D-69F8F362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BE334-6501-A24E-0671-80D27BF4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F1EA66-B860-9D2B-AA49-00D2AD3E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1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D22CC-79D3-A8CC-AA31-2EA644C4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BAE6AD-579D-5240-3782-4EB4C4E7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4CBA0B-B83E-977C-0E57-2EDB43982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23542C-F621-DA87-9FEE-96CC4EC4B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86B337-EFD5-65C8-D9E3-86C0F274B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B87B6B-2B30-8AFF-0B95-DAD491D2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E91C36-074B-F1BB-FAD6-383BD28C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A39E86-DAB1-052D-3337-C2F0E40A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30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CE4E6-45CC-CDD1-6050-DB3BE760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06DA69-D2B3-A12A-5647-06F76FCC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F67464-1F08-EEBD-D59E-F97F42FB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62AAFA-AB2C-3410-F486-62E89762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46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A7454D-71BB-125B-0C8B-09E0AA72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175552-F93B-DEAC-753F-C27372C1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F7DD7-A107-D1E1-DFE1-EADB0191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9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3B67A-A1FC-4550-8342-7F81D34D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6C0D3-4BF8-E6CE-D811-899DC106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D86994-670C-4F94-7293-A951FA72C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C5160F-1B56-1FAE-EB17-0FB5D613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D9BE7-AAF9-E341-8844-E676DD79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9E2E3-8E5E-3755-DE1B-FA8A5CA4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5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D75DB-D278-6ABC-7159-0BF227B7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A99B08-1563-2DDF-1BE4-AE2AB7991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07CAF-F68F-68CF-6FE9-E4BCDE55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C37D40-07AD-21A6-F22E-3B4C2BB8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69A038-F3E0-ABBE-1EAB-821B1F6C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F58ACA-B28F-6BB1-0CDB-900936CF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1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6465F-1EC0-0322-2B69-DE586630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4459F9-931F-D2ED-CB6C-9F12B6270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1D6F7-235D-6145-C29D-1A81A3F4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BBA0C-CB3C-A6A9-240D-2734405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5507F-8988-B00B-ABE3-9FF44F28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90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D93D58-CF76-1137-E189-0EA665225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95F495-7C01-6835-CED5-BD31BB916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62873A-5876-2C6F-D2AF-4AAA7633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ADF133-A3FC-099C-7614-84FB4483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D3EBE7-0322-DFE2-8975-53094509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37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5CD557-4F7B-84F0-98AD-89618CEA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DC9F8B-21FE-206A-B4C6-4A29CDA65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295D5-4622-E719-714C-0C1EDD9F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A9E50-3E17-4C5B-BE39-4472112AA9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5E2D45-78CB-D4A0-E60A-E00FB00DF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3CE91D-43B2-F967-0D90-B3C792926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E424F-CB54-4977-9686-4B5823363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53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318ED8-589B-E5DF-6F3B-6951D6499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45448"/>
              </p:ext>
            </p:extLst>
          </p:nvPr>
        </p:nvGraphicFramePr>
        <p:xfrm>
          <a:off x="661986" y="1343025"/>
          <a:ext cx="1086802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1009695167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360707017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26582705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8694156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63130753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3832978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16962629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2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속성이름</a:t>
                      </a:r>
                      <a:endParaRPr lang="en-US" altLang="ko-KR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기본키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외래키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7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회원아이디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4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5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48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0</a:t>
                      </a:r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3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97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Silver, Gold,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Vip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62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49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447111-0690-0339-9EEE-7DEE4857F3F1}"/>
              </a:ext>
            </a:extLst>
          </p:cNvPr>
          <p:cNvSpPr txBox="1"/>
          <p:nvPr/>
        </p:nvSpPr>
        <p:spPr>
          <a:xfrm>
            <a:off x="5367274" y="97369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테이블 명세서</a:t>
            </a:r>
          </a:p>
        </p:txBody>
      </p:sp>
    </p:spTree>
    <p:extLst>
      <p:ext uri="{BB962C8B-B14F-4D97-AF65-F5344CB8AC3E}">
        <p14:creationId xmlns:p14="http://schemas.microsoft.com/office/powerpoint/2010/main" val="294451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026F-F0C5-BF56-70D5-A3DA5439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E0B1B66-36DC-E324-CF8A-B23D75A18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91865"/>
              </p:ext>
            </p:extLst>
          </p:nvPr>
        </p:nvGraphicFramePr>
        <p:xfrm>
          <a:off x="661986" y="1343025"/>
          <a:ext cx="1086802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1009695167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360707017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26582705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8694156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63130753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3832978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16962629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2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속성이름</a:t>
                      </a:r>
                      <a:endParaRPr lang="en-US" altLang="ko-KR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기본키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외래키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7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4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Varchar(50)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5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0</a:t>
                      </a:r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48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0</a:t>
                      </a:r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3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Varchar(30)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FK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97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Data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62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49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0FAB29-2731-3C6F-F5EB-99503C905D21}"/>
              </a:ext>
            </a:extLst>
          </p:cNvPr>
          <p:cNvSpPr txBox="1"/>
          <p:nvPr/>
        </p:nvSpPr>
        <p:spPr>
          <a:xfrm>
            <a:off x="5367274" y="97369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테이블 명세서</a:t>
            </a:r>
          </a:p>
        </p:txBody>
      </p:sp>
    </p:spTree>
    <p:extLst>
      <p:ext uri="{BB962C8B-B14F-4D97-AF65-F5344CB8AC3E}">
        <p14:creationId xmlns:p14="http://schemas.microsoft.com/office/powerpoint/2010/main" val="220021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</Words>
  <Application>Microsoft Office PowerPoint</Application>
  <PresentationFormat>와이드스크린</PresentationFormat>
  <Paragraphs>68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페이퍼로지 4 Regular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한모세</dc:creator>
  <cp:lastModifiedBy>한모세</cp:lastModifiedBy>
  <cp:revision>3</cp:revision>
  <dcterms:created xsi:type="dcterms:W3CDTF">2025-11-10T07:22:56Z</dcterms:created>
  <dcterms:modified xsi:type="dcterms:W3CDTF">2025-11-10T07:38:28Z</dcterms:modified>
</cp:coreProperties>
</file>